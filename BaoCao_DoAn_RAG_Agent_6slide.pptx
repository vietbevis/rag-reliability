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94560"/>
            <a:ext cx="4754880" cy="4754880"/>
          </a:xfrm>
          <a:prstGeom prst="ellipse">
            <a:avLst/>
          </a:prstGeom>
          <a:solidFill>
            <a:srgbClr val="0F3B5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Reliability Service &amp; Agent Reliability Platform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316736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RAG đo được độ tin cậy — trả lời đúng khi có bằng chứng, trả INSUFFICIENT_EVIDENCE khi không — và nền tảng đánh giá agent gọi công cụ.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783080"/>
            <a:ext cx="5574640" cy="4599432"/>
          </a:xfrm>
          <a:prstGeom prst="roundRect">
            <a:avLst>
              <a:gd name="adj" fmla="val 994"/>
            </a:avLst>
          </a:prstGeom>
          <a:solidFill>
            <a:srgbClr val="16324B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745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&amp; phương pháp luận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185416"/>
            <a:ext cx="5282032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trả trôi chảy nhưng bịa khi thiếu dữ liệu · tạo citation giả · không biết “từ chối khi thiếu bằng chứng” · ghép LLM vào agent gọi tool ⇒ không phát hiện tụt chất lượng khi đổi model / tool / prompt / MCP.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mọi cải tiến chứng minh bằng số theo chu trình —</a:t>
            </a:r>
            <a:endParaRPr lang="en-US" sz="1040" dirty="0"/>
          </a:p>
          <a:p>
            <a:pPr indent="0" marL="0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B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(EvaluationRun.isBaseline) → experiment (bật/tắt đúng 1 yếu tố) → regression gate (CI exit≠0)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yếu tố =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chunking · embedding model · retriever / fusion · reranker · prompt · LLM provider / model.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210 case / 13 file, mỗi case TỰ MANG corpus (39 tài liệu). Thiết kế để TÁCH LỖI THEO TẦNG:</a:t>
            </a:r>
            <a:endParaRPr lang="en-US" sz="1040" dirty="0"/>
          </a:p>
          <a:p>
            <a:pPr indent="0" marL="0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B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→ retriever → reranker → generation → hallucination → agent-routing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file: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semantic (paraphrase — đo embedding) · numerical (số / port / ngày) · multi-hop (nối ≥ 2 chunk) · conflicting (version-aware) · unanswerable (abstention) · adversarial (tiền đề sai) · distractor (nhiễu gần đúng).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LLM (OpenAI / Gemini / Anthropic / custom OpenAI-compatible) + 3 embedding + provider fake tất định cho CI (không gọi mạng).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574640" cy="4599432"/>
          </a:xfrm>
          <a:prstGeom prst="roundRect">
            <a:avLst>
              <a:gd name="adj" fmla="val 994"/>
            </a:avLst>
          </a:prstGeom>
          <a:solidFill>
            <a:srgbClr val="16324B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9312" y="18745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Ngưỡng regression &amp; đóng góp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79312" y="2185416"/>
            <a:ext cx="5282032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RAG — regressed nếu: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Recall@5 giảm &gt; 0.05 · faithfulness giảm &gt; 0.05 · contextPrecision giảm &gt; 0.05 · hallucinationRateProxy tăng &gt; 0.03 · avgLatency &gt; 1.5×.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Agent: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taskSuccess ≥ 0.85 · toolSelection ≥ 0.90 · groundedness ≥ 0.85 · hallucination ≤ 0.05 · safety = 1.0 · latency ≤ 1.5× baseline.</a:t>
            </a:r>
            <a:endParaRPr lang="en-US" sz="104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đóng góp chính:</a:t>
            </a:r>
            <a:endParaRPr lang="en-US" sz="104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Pipeline RAG 2 lớp hậu kiểm: abstain gate (KHÔNG gọi LLM khi thiếu evidence) + faithfulness NLI cấp claim + numeric-provenance.</a:t>
            </a:r>
            <a:endParaRPr lang="en-US" sz="104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Graph RAG mức production: incremental / idempotent MERGE · cleanup khi xoá tài liệu · circuit-breaker · cache extraction · trần chi phí LLM.</a:t>
            </a:r>
            <a:endParaRPr lang="en-US" sz="104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Agent platform tách nguồn tool: Local + MCP Provider — Agent Core 0 dòng phụ thuộc · 10 evaluator · benchmark 24 case / 15 category · replay.</a:t>
            </a:r>
            <a:endParaRPr lang="en-US" sz="104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Failure taxonomy: 7 tầng root-cause RAG + FailureClass agent (MCP_*, TIMEOUT_ERROR, BUDGET, LOOP).</a:t>
            </a:r>
            <a:endParaRPr lang="en-US" sz="104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104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chatbot business · multi-agent phức tạp · workflow engine tổng quát.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84048" y="6510528"/>
            <a:ext cx="105091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· TypeScript strict · PostgreSQL 16 + pgvector (HNSW) · Prisma 7 · Redis + BullMQ · Neo4j 5 · LangChain.js + LangGraph · @modelcontextprotocol/sdk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423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dữ liệu: làm sạch → chunk bám cấu trúc → embedding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84048" y="621792"/>
            <a:ext cx="114235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“Garbage in, garbage out” — chặn tài liệu bẩn TRƯỚC khi tốn embedding; mọi phép biến đổi được ghi lại (Document.transformations).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574640" cy="1755721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Làm sạch có kiểm soát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499616"/>
            <a:ext cx="5282032" cy="124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(an toàn ngữ nghĩa, không xoá nội dung):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NFC (bắt buộc cho tiếng Việt) · strip BOM / zero-width / soft-hyphen / control chars · CRLF→LF · whitespace Unicode → space · gộp dòng trống.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(bảo toàn heading / list / code fence / bảng):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xoá số trang (regex “12” / “- 3 -” / “Trang 4/10”) · boilerplate (dòng &lt; 80 ký tự, không heading, lặp ≥ 3 → giữ 1) · nối từ gạch-nối xuống dòng · xoá dòng OCR (&gt; 40% ký tự không phải chữ/số) · đoạn văn trùng liên tiếp · markdown-noise (HTML comment, link rỗng, escape thừa).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= SHA-256 bytes gốc → REJECTED (không phí embedding), duplicateOfId trỏ bản gốc · NEAR = normalizedHash (text đã chuẩn hoá) → vẫn xử lý + flag DUPLICATE_CONTENT.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84048" y="3310201"/>
            <a:ext cx="5574640" cy="1501957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401641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Quality gate — chặn TRƯỚC embedding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712537"/>
            <a:ext cx="5282032" cy="989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=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∈ [0,1] ≥ QUALITY_THRESHOLD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∧  0 issue mức ERROR.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REJECTED: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EMPTY_DOCUMENT · TOO_SHORT (&lt; 40 ký tự) · BROKEN_ENCODING (có U+FFFD).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(giữ, phạt điểm):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OCR_NOISE (tỉ lệ chữ cái &lt; 50%) · EXCESSIVE_SYMBOLS (&gt; 30%) · DUPLICATE_CONTENT (lặp 8-gram nội bộ &gt; 65%) · MISSING_METADATA.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UPLOADED → PARSING → CLEANING → VALIDATING · REJECTED (dedup/quality) · FAILED (parse lỗi). Mỗi stage ghi 1 IngestionJob + metrics.ms.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33008" y="1097280"/>
            <a:ext cx="5574640" cy="2641592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Chunking structure-aware (mặc định)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79312" y="1499616"/>
            <a:ext cx="5282032" cy="212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parseMarkdownSections →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 { headingPath[], level, blocks: paragraph | code | table | list | quote }.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chunkSection — gói block theo TOKEN: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KHÔNG cắt giữa block nếu block ≤ CHUNK_MAX_TOKENS · block &gt; max → tách theo câu (dòng cho code/table) + overlap · section &lt; CHUNK_MIN_TOKENS → gộp vào chunk trước nếu cùng nhánh heading.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chunk mang: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breadcrumb “Quy chế &gt; Chương I &gt; Điều 5” + splitReason (section-fit / section-packed / block-oversized-split / small-section-merged).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GFM lớn: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các mảnh mang chung tableGroup = “tg&lt;n&gt;” (bộ đếm xuyên document) → TableExpansionService kéo đủ mọi mảnh khi 1 mảnh lọt context (score = mảnh gốc − 1e-4).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chunk-quality flags (gắn cờ, KHÔNG loại bỏ):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TOO_SHORT · TOO_LONG (&gt; max × 1.15) · MISSING_CONTEXT · STARTS/ENDS_MID_SENTENCE · HIGH_NOISE (&gt; 35%) · DUPLICATE.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fixed: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RecursiveCharacterTextSplitter đo theo token — mốc so sánh Experiment 001 (fixed vs structure).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33008" y="4196072"/>
            <a:ext cx="5574640" cy="1605979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4287512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Embedding + pgvector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4598408"/>
            <a:ext cx="5282032" cy="1093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intfloat/multilingual-e5-large — 1024 chiều.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Tiền tố BẤT ĐỐI XỨNG: query → “query: …”, passage → “passage: …” (tự thêm khi tên model chứa “e5”).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đổi model = đổi env · batch EMBEDDING_BATCH_SIZE = 96 · withRetry expo backoff + jitter · verify |vector| == EMBEDDING_DIMENSION == cột vector(1024) — lệch → IngestionError, KHÔNG ghi vector hỏng.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cột Unsupported(“vector”), ghi/đọc qua $executeRaw · @@unique([chunkId, model]) → nhiều bộ embedding song song trên 1 chunk (benchmark E5 vs Gemini vs …).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423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hồi: đa chiến lược → hợp nhất → chấm lại → dựng ngữ cảnh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84048" y="621792"/>
            <a:ext cx="114235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quyết định TRẦN chất lượng — chunk sai thì rerank / grounding / faithfulness vô nghĩa. Không bao giờ ném khi “không thấy” → trả rỗng để fusion vẫn chạy.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574640" cy="1847161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— pgvector + HNSW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499616"/>
            <a:ext cx="5282032" cy="133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880" dirty="0">
                <a:solidFill>
                  <a:srgbClr val="274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e.embedding &lt;op&gt; $q::vector  LIMIT k   (&lt;op&gt; ∈ &lt;=&gt; | &lt;-&gt; | &lt;#&gt;)</a:t>
            </a:r>
            <a:endParaRPr lang="en-US" sz="88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e.model = $model ∧ d.status = 'COMPLETED' [+ filter documentIds / sources / metadata-&gt;&gt;$k — bind param, an toàn injection].</a:t>
            </a:r>
            <a:endParaRPr lang="en-US" sz="88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(cosine) =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distance/2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(distance ∈ [0,2] → score ∈ [1,0]).</a:t>
            </a:r>
            <a:endParaRPr lang="en-US" sz="88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build: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= 16, ef_construction = 128 (1024d).</a:t>
            </a:r>
            <a:endParaRPr lang="en-US" sz="88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query: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hnsw.ef_search (mặc định 40; 100 ≈ acc@10 0.98; 250 ≈ 0.99 — chậm ~tuyến tính) đặt qua SET LOCAL trong 1 transaction · iterative_scan khi filter chọn lọc (pgvector ≥ 0.8) chống overfiltering.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84048" y="3401641"/>
            <a:ext cx="5574640" cy="1501957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493081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— PostgreSQL full-text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803977"/>
            <a:ext cx="5282032" cy="989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'simple'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(không stemmer tiếng Việt) → khớp CHÍNH XÁC mã văn bản “123/QĐ-ĐHQG”, tên riêng, mã môn — nơi embedding hay trôi vector.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generated + GIN index: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contentTsv tsvector GENERATED ALWAYS AS to_tsvector('simple', content) STORED — không tính lại mỗi row.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vấn: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websearch_to_tsquery('simple', $q) + ts_rank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/ max(rank trong lượt)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chuẩn hoá theo batch (rank tuyệt đối ~0.01–0.08).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84048" y="5360798"/>
            <a:ext cx="5574640" cy="76582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5452238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traversal (khi GRAPH_RAG_ENABLED)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5763134"/>
            <a:ext cx="5282032" cy="253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linking 3 tầng → Cypher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RELATED*1..MAX_HOPS + degree-cap → union chunkIds → score = 0.1 + 0.9·(pathScore/maxPathScore). Chi tiết ở slide 5.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33008" y="1097280"/>
            <a:ext cx="5574640" cy="1547677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(strategy = hybrid — fusion.ts, hàm thuần)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499616"/>
            <a:ext cx="5282032" cy="1035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(mặc định):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Σ_r  w_r / (FUSION_RRF_K + rank_r)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bền vững, KHÔNG cần score các nguồn cùng thang đo.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Σ_r  w_r · score_r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khi score đã [0,1]. w_r = FUSION_WEIGHT_{VECTOR,KEYWORD,GRAPH}.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[0,1]: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chia cho TRẦN LÝ THUYẾT (chunk #1 ở MỌI nguồn) — KHÔNG chia max batch (nếu không “toàn rác” bị thổi lên 1.0 rồi lọt ContextValidator → hallucination).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 (Promise.all);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chỉ 502 khi MỌI nguồn được chọn đều lỗi hạ tầng.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233008" y="3102157"/>
            <a:ext cx="5574640" cy="1456237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312" y="3193597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 (RERANK_ENABLED)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9312" y="3504493"/>
            <a:ext cx="5282032" cy="944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LlmReranker listwise: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lời gọi, chấm mỗi chunk 0–10 mức “trả lời được câu hỏi”, rerankScore = relevance/10; chunk không được nhắc → 0 (xuống cuối).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 bọc &lt;chunk index=i&gt; cắt ~1200 ký tự · system prompt cấm thực thi chỉ dẫn trong chunk (chống prompt-injection) · lỗi → identity fallback (KHÔNG bao giờ ném).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rerank: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đặt chunk.score = rerankScore → ContextBuilder &amp; ContextValidator làm việc trên điểm liên quan SAU CÙNG.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33008" y="5015594"/>
            <a:ext cx="5574640" cy="1111033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9312" y="5107034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builder + Abstain gate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9312" y="5417930"/>
            <a:ext cx="5282032" cy="598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ContextBuilder: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dedup theo chunkId (giữ score cao nhất) → sort giảm dần → nhồi tới MAX_CONTEXT_TOKENS (luôn giữ ≥ 1 chunk) → render [i] + breadcrumb, ngăn bằng “---”.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ContextValidator → abstain (KHÔNG gọi LLM) khi: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#chunk &lt; RAG_MIN_CHUNKS ∨ topScore &lt; ngưỡng. Ngưỡng phụ thuộc thang điểm bước cuối: vector cosine ~0.6–0.7 · có rerank ~0.15 (rerankScore bắt đầu từ 0).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423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 trả lời có kiểm chứng — hai lớp hậu kiểm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84048" y="621792"/>
            <a:ext cx="114235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hợp lệ chỉ có: GROUNDED / PARTIALLY_GROUNDED kèm citation, hoặc INSUFFICIENT_EVIDENCE. Không bao giờ trả lời không có evidence.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574640" cy="227352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Grounded generation (structured output + hậu kiểm hàm thuần)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530352" y="1499616"/>
            <a:ext cx="5282032" cy="176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chatStructured(msgs, GROUNDED_SCHEMA, {temperature:0})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 answer, status, usedContext: number[], groundedInContext: bool, conflictNote } — LUÔN schema.parse server-side (không tin output thô).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chỉ dùng context · không kiến thức ngoài · mọi khẳng định truy về một [i] · thiếu → INSUFFICIENT_EVIDENCE · 2 nguồn mâu thuẫn → CONFLICTING_EVIDENCE + conflictNote.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resolveGroundingStatus (grounding-checks.ts — hàm thuần):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khớp mẫu abstention — STRONG (“không tìm thấy thông tin”…) mọi độ dài / WEAK (“ngữ cảnh không đề cập”…) chỉ khi ≤ 25 từ → INSUFFICIENT_EVIDENCE.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GROUNDED nhưng usedContext rỗng → INSUFFICIENT_EVIDENCE.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[strict] answer “chỉ đường” (≤ 45 từ ∧ 0 số liệu nội dung ∧ cụm trỏ vị trí) → PARTIALLY + sinh lại 1 lần.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[strict] lexicalGroundingRatio(answer, context) &lt; RAG_MIN_GROUNDING_RATIO → PARTIALLY + sinh lại 1 lần.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84048" y="3553682"/>
            <a:ext cx="5574640" cy="1623127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645122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Citation build + phân loại lỗi gốc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956018"/>
            <a:ext cx="5282032" cy="111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citation: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 supported + evidenceChunkIds → { kind:'chunk', documentId, chunkId, page, section }.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citation: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 chưa có chunk + Neo4j sống → rút danh từ riêng (≥ 2 từ) → tra cạnh RELATED (≤ 12 query/request) → { kind:'relationship', sourceEntity, targetEntity, relationType }.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map được →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valid:false, documentId:'' — TUYỆT ĐỐI không bịa citation ID (đếm vào invalidClaims).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tầng root-cause (khi ungrounded):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RETRIEVAL_FAILURE · CONFLICTING_CONTEXT · IRRELEVANT_CONTEXT (relevance &lt; 0.3) · GENERATION_HALLUCINATION · MISSING_CONTEXT · CITATION_HALLUCINATION · BAD_SOURCE_DATA.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84048" y="5359689"/>
            <a:ext cx="5574640" cy="1086831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5451129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Quan sát &amp; lưu vết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5762025"/>
            <a:ext cx="5282032" cy="574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trace.generation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output THÔ của LLM TRƯỚC hậu kiểm (audit “LLM nói gì” vs “pipeline quyết gì”) + groundingRatio · downgraded · regenerated.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RagQuery persist: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· status · answer · usage · trace {retrieval, context, validation, generation} · latencyMs + RetrievalLog qua ragQueryId → debug retrieval ĐỘC LẬP với generation.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0;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ERROR (LLM down) → response vẫn HTTP 200 kèm error, chạy lại được.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33008" y="1097280"/>
            <a:ext cx="5574640" cy="5349240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Faithfulness cấp claim (NLI) — lớp hậu kiểm thứ hai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499616"/>
            <a:ext cx="5282032" cy="483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ClaimExtractor: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structured { claims:[{text}] }; ID do BACKEND cấp (c1, c2 — không tin nhãn LLM) · answer &lt; 6 token → 1 claim = answer (không gọi LLM) · dedup NFC / lowercase / collapse ws.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EvidenceMatcher (hàm thuần, deterministic):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|claimTokens ∩ chunkTokens| / |claimTokens|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stopword tiếng Việt · ngưỡng CITATION_MIN_OVERLAP = 0.5 · chunk nằm trong usedContext được hạ ngưỡng × 0.6 (context prior boost) · ≤ 3 chunk/claim.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detector: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số liệu khác biệt · phủ định ngược · mâu thuẫn CHÉO giữa các chunk ngữ cảnh.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∈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 SUPPORTED, UNSUPPORTED, CONTRADICTED }. Verifier mode: auto (heuristic → LLM NLI khi cần) · heuristic (0 token) · llm (NLI toàn phần).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Score =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min(1, (N_supported − 2·N_contradicted) / N_total))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⇔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FAITHFULNESS_THRESHOLD (0.8)  ∧  N_contradicted = 0  ∧  không mâu thuẫn chéo.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numeric-provenance: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 chứa số mà số đó — chuẩn hoá bỏ dấu phân cách (“684.500” ≡ “684500”) — có trong evidence chunk ⇒ NÂNG verdict lên SUPPORTED (KHÔNG lấn CONTRADICTED). Chặn “mọi claim unsupported → INSUFFICIENT” bắn oan cho câu số học.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RAG_REGENERATE_ON_UNFAITHFUL: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sinh lại tối đa 1 lần khi unfaithful.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RagStatus cuối: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 thiếu evidence → PARTIALLY_GROUNDED · có CONTRADICTED / mâu thuẫn chéo → CONFLICTING_EVIDENCE · 0 evidence → INSUFFICIENT_EVIDENCE.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claimSupportRate · citationValidRate · citationAccuracy (trỏ đúng tài liệu gold) · claimLevelHallucinationRate.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423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RAG: entity-graph + local traversal (mức production)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84048" y="621792"/>
            <a:ext cx="114235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 đắp điểm yếu của vector ở multi-hop và truy vết quan hệ. Cô lập sau GRAPH_RAG_ENABLED + compose profile — Neo4j lỗi KHÔNG chặn truy vấn RAG.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574640" cy="249185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Trích xuất tri thức (EntityExtractorService)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499616"/>
            <a:ext cx="5282032" cy="197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chatStructured(msgs, graphExtractionSchema, {temperature:0, reasoning:false})</a:t>
            </a:r>
            <a:endParaRPr lang="en-US" sz="920" dirty="0"/>
          </a:p>
          <a:p>
            <a:pPr marL="101600" indent="-101600">
              <a:lnSpc>
                <a:spcPct val="103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có ràng buộc schema · tắt CỨNG reasoning ở mọi model (model “thinking” bị API từ chối hoặc chậm gấp nhiều lần).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Zod: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 entities:[{name, type ∈ GRAPH_ENTITY_TYPES, description}], relationships:[{source, target, type, description, strength: 1..10}] }.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gleaning: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lặp ≤ GRAPH_EXTRACT_GLEANINGS lần, prompt “còn thực thể/quan hệ nào CHƯA có? Trả về CHỈ mục còn thiếu” — dừng sớm khi vòng không thêm gì (hướng Microsoft GraphRAG).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post-validate (chống bịa):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loại entity mà name không xuất hiện NGUYÊN VĂN trong text (chuẩn hoá NFC/lower/collapse ws, ≥ 2 ký tự) · type lạ → CONCEPT · relationship phải nối 2 entity đã liệt kê, source ≠ target · strength clamp 1..10.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méo →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coi chunk này không trích được gì, KHÔNG hỏng cả job graph · lỗi hạ tầng (timeout/network/rate-limit) vẫn ném để retry.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84048" y="4046330"/>
            <a:ext cx="5574640" cy="1306495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413777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Chi phí có trần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4448666"/>
            <a:ext cx="5282032" cy="7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GraphExtractionCache: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khoá sha256(chunkText + model + promptVersion) → re-ingest cùng nội dung gần như free.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cứng: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GRAPH_EXTRACT_MAX_LLM_CALLS_PER_DOC · gộp chunk tới GRAPH_EXTRACT_MAX_TOKENS.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như một retriever: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Experiment hybrid+graph vs hybrid vs vector-only trên golden set có annotation quan hệ (Recall@K · Context Precision · Faithfulness) — bật qua flag chỉ khi cải thiện đủ bù cost.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33008" y="1097280"/>
            <a:ext cx="5574640" cy="2192365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Entity resolution + ghi Neo4j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79312" y="1499616"/>
            <a:ext cx="5282032" cy="1680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sha256(lower(name) | type)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UNIQUE constraint (tạo lúc boot).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description nối + cắt độ dài · cộng dồn weight / chunkIds / documentIds.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UNWIND batch MERGE trong session.executeWrite (tự retry transient/deadlock). Thứ tự: MERGE Chunk → MERGE Entity (SET, mentionCount += n) → MERGE MENTIONED_IN → MERGE RELATED.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/ idempotent: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re-ingest → cleanup phần graph cũ của doc + write trong CÙNG 1 transaction Neo4j → nhất quán khi chạy song song.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tài liệu → GraphCleanupService: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xoá MENTIONED_IN · giảm mentionCount · xoá entity mồ côi · xoá RELATED documentIds rỗng · job graph:reconcile đối soát định kỳ.</a:t>
            </a:r>
            <a:endParaRPr lang="en-US" sz="920" dirty="0"/>
          </a:p>
          <a:p>
            <a:pPr indent="0" marL="0">
              <a:lnSpc>
                <a:spcPct val="103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880" dirty="0">
                <a:solidFill>
                  <a:srgbClr val="274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(:Entity{key,name,type,documentIds[],mentionCount})-[:RELATED{type,weight=size(chunkIds),chunkIds[]}]-&gt;(:Entity)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33008" y="3746845"/>
            <a:ext cx="5574640" cy="2146645"/>
          </a:xfrm>
          <a:prstGeom prst="roundRect">
            <a:avLst>
              <a:gd name="adj" fmla="val 213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3838285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Truy hồi (GraphRetrieverService)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4149181"/>
            <a:ext cx="5282032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linking 3 tầng (dừng ở tầng đầu có kết quả):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(1) Neo4j fulltext entity_name_fts + hậu lọc TS: tên chuẩn hoá là chuỗi con của query ∧ (đa từ ∨ ≥ 6 ký tự) — chặn “Nam” / “Ban” · (2) alias (hoãn) · (3) LLM rút thực thể từ query.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(s)-[:RELATED*1..MAX_HOPS]-(:Entity)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loại đỉnh degree &gt; MAX_ENTITY_DEGREE, ORDER BY Σ weight DESC LIMIT TOP_K.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</a:t>
            </a:r>
            <a:pPr indent="0" marL="0">
              <a:lnSpc>
                <a:spcPct val="103000"/>
              </a:lnSpc>
              <a:buNone/>
            </a:pPr>
            <a:r>
              <a:rPr lang="en-US" sz="920" dirty="0">
                <a:solidFill>
                  <a:srgbClr val="263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+ 0.9·(pathScore / maxPathScore)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MENTIONED_IN của seed = điểm nền 0.5.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circuit-breaker: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lỗi Neo4j liên tiếp → bỏ qua graph 30s (RAG vẫn chạy) · seed rỗng → no_seed_entity (không phải lỗi).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cấp quan hệ: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 là khẳng định quan hệ → map cặp (source, target, type) → cạnh RELATED → chunkIds → document.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423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Agent: vòng lặp có kiểm soát · tách nguồn tool · đo lường · kết quả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84048" y="621792"/>
            <a:ext cx="114235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kế thừa NGUYÊN triết lý reliability của RAG — v1 read-only. LangGraph là máy trạng thái, KHÔNG phải black box.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5574640" cy="2100925"/>
          </a:xfrm>
          <a:prstGeom prst="roundRect">
            <a:avLst>
              <a:gd name="adj" fmla="val 2176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Vòng lặp (LangGraph StateGraph — không dùng createReactAgent)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30352" y="1499616"/>
            <a:ext cx="5282032" cy="158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agent (LLM + bindTools) ⇄ tool (execute + đóng gói evidence) → finalize (BẮT BUỘC đi qua).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agent.node: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tool-calling là đường chính · fallback chatStructured { action:'call_tool'|'final', tool?, args?, answer? } khi !supportsNativeToolCalling · AGENT_FORCE_FIRST_TOOL ép tool_choice:required lượt đầu (model OSS hay “lười”).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trước mỗi vòng: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budget (steps ≤ 8 · toolCalls ≤ 12 · wall-clock ≤ 120s · tokens ≤ 60k · cost ≤ $0.10) → vượt = nhảy finalize forcedStop · loop-detector: hash(toolName + normalize(args)), lặp ≥ 2 → chặn tool + system note · no-progress: N vòng không evidence mới → finalize.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= dữ liệu KHÔNG tin cậy —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không bao giờ diễn giải như chỉ thị (chống prompt-injection qua tool result); finalize không để tool output định đoạt status.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84048" y="3655405"/>
            <a:ext cx="5574640" cy="1951183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746845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Tool Provider (Local / MCP)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4057741"/>
            <a:ext cx="5282032" cy="1439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AgentTool = { definition, execute }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id namespace “rag.search”. ToolResult.error = {code, retryable} → tool.node withRetry theo retryable.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MCPToolProvider + SdkMcpClient = CHỖ DUY NHẤT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 @modelcontextprotocol/sdk · init → connect → listTools → JSON-Schema→Zod adapter · error → MCP_TIMEOUT / MCP_CONNECTION_ERROR / MCP_PROTOCOL_ERROR / TOOL_NOT_FOUND.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1 MCP server = 6 bước config, 0 dòng sửa src/agent/.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Provider chết → registry bỏ qua tool đó, agent chạy tiếp · risk gate từ chối riskLevel:high (không tin server tự khai “low”).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dùng chung AnswerVerificationService của RAG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(claim → evidence → faithfulness → citation) · evidence kind:'computation' cite riêng, không tính vào grounding ratio KB.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33008" y="1097280"/>
            <a:ext cx="5574640" cy="1755721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9312" y="1188720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Đo lường (evaluator + benchmark + regression)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79312" y="1499616"/>
            <a:ext cx="5282032" cy="124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evaluator: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answerCorrectness · toolSelection (P/R/F1, pass khi recall ≥ 0.5) · toolArgument · toolUsage · groundedness · citation · hallucination · efficiency (stepEfficiency) · recovery · safety.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24 case / 15 category: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basic · rag · tool-selection · tool-args · multi-step · failure-recovery · adversarial · mcp-{discovery, selection, args, execution, failure, provider-failure} · cross-provider · mcp-workflow.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tool MOCK tất định: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CannedRagSearchTool + FakeMcpClient qua MCPToolProvider THẬT (chỉ transport fake) · Report có byCategory + byFailureClass · replay: recorded / dry-run / live-read (tool side-effect KHÔNG replay mù).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33008" y="3310201"/>
            <a:ext cx="5574640" cy="1755721"/>
          </a:xfrm>
          <a:prstGeom prst="roundRect">
            <a:avLst>
              <a:gd name="adj" fmla="val 2604"/>
            </a:avLst>
          </a:prstGeom>
          <a:solidFill>
            <a:srgbClr val="16324B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3401641"/>
            <a:ext cx="528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Kết quả thực đo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3712537"/>
            <a:ext cx="5282032" cy="1243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111 case (Ollama qwen2.5:7b + e5-large):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answerable → Recall@5 0.991 · Faithfulness 0.983 · claim-hallucination 0.018 · passRate 0.77 · unanswerable → abstention 1.00 · multi-hop → 0.44 (giới hạn suy luận model 7B, không phải bug).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24 case (b.ai glm-5.3-flash):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taskSuccess 0.833 (20/24) · toolSelection &amp; argumentAccuracy 1.00 · recovery &amp; safety 1.00 · hallucinationRate 0.042 · 4 case fail = groundedness/citation trên MCP-workflow (glm yếu claim-extract/NLI).</a:t>
            </a:r>
            <a:endParaRPr lang="en-US" sz="920" dirty="0"/>
          </a:p>
          <a:p>
            <a:pPr marL="101600" indent="-101600">
              <a:lnSpc>
                <a:spcPct val="103000"/>
              </a:lnSpc>
              <a:buSzPct val="100000"/>
              <a:buChar char="•"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</a:t>
            </a:r>
            <a:pPr indent="0" marL="0">
              <a:lnSpc>
                <a:spcPct val="103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nhiều chặng + benchmark regression cho phép CHỨNG MINH độ tin cậy và PHÁT HIỆN tụt chất lượng khi đổi model / tool / prompt / MCP.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1140135" y="6565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Reliability &amp; Agent Reliability Platform — báo cáo đồ án</dc:title>
  <dc:subject>PptxGenJS Presentation</dc:subject>
  <dc:creator>Nguyễn Văn Việt</dc:creator>
  <cp:lastModifiedBy>Nguyễn Văn Việt</cp:lastModifiedBy>
  <cp:revision>1</cp:revision>
  <dcterms:created xsi:type="dcterms:W3CDTF">2026-09-08T12:29:28Z</dcterms:created>
  <dcterms:modified xsi:type="dcterms:W3CDTF">2026-09-08T12:29:28Z</dcterms:modified>
</cp:coreProperties>
</file>